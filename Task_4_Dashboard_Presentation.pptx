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3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0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0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6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5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0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7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1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8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4729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46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2389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9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5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the-future-of-data-analytics-and-emerging-trend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haniya.siddiqui/viz/SalesPerformanceDashboard-Task4/Dashboard1#1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0687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DATA ANALYST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Sales Performance</a:t>
            </a:r>
            <a:br/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Task 4  •  Interactive Business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/>
            </a:pPr>
            <a:r>
              <a:t>Built with Tableau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Sales  |  Profit  |  Trends  |  Regions  |  Products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08226-91F3-417A-B0E8-3830808EF0FE}"/>
              </a:ext>
            </a:extLst>
          </p:cNvPr>
          <p:cNvSpPr/>
          <p:nvPr/>
        </p:nvSpPr>
        <p:spPr>
          <a:xfrm>
            <a:off x="551329" y="640080"/>
            <a:ext cx="5316968" cy="512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6CCDEB-4AFE-41BA-BF6F-84912FA1F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648148"/>
            <a:ext cx="3299012" cy="22570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D1F72C-33A7-4A15-BF6C-C390A1C01E49}"/>
              </a:ext>
            </a:extLst>
          </p:cNvPr>
          <p:cNvSpPr txBox="1"/>
          <p:nvPr/>
        </p:nvSpPr>
        <p:spPr>
          <a:xfrm>
            <a:off x="5970494" y="3429000"/>
            <a:ext cx="304602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</a:t>
            </a:r>
          </a:p>
          <a:p>
            <a:endParaRPr lang="en-US" sz="1000" dirty="0"/>
          </a:p>
          <a:p>
            <a:r>
              <a:rPr lang="en-US" dirty="0"/>
              <a:t>HANIYA RAFEEQUE SIDDIQUI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A48CBB-1F2F-4350-8939-7FA16C93CC67}"/>
              </a:ext>
            </a:extLst>
          </p:cNvPr>
          <p:cNvSpPr/>
          <p:nvPr/>
        </p:nvSpPr>
        <p:spPr>
          <a:xfrm>
            <a:off x="5970494" y="3254188"/>
            <a:ext cx="3046027" cy="1081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Designed to turn sales data into quick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00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KPI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Sales • Profit • Quantity • Profit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Trend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443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Sales performance across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Business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587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Category and regional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43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Product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731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Top 10 products by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578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Interactive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6875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Region • Category • Order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Tableau Public | Sales Performance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39174-19F3-4890-865F-9DE44DF01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160"/>
            <a:ext cx="12192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Tableau Public | Sales Performance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58660-3F22-462C-A7AB-1010D839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634"/>
            <a:ext cx="12192000" cy="549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74FD6-B098-408B-9E9E-3D7494A87A28}"/>
              </a:ext>
            </a:extLst>
          </p:cNvPr>
          <p:cNvSpPr txBox="1"/>
          <p:nvPr/>
        </p:nvSpPr>
        <p:spPr>
          <a:xfrm>
            <a:off x="672353" y="181957"/>
            <a:ext cx="943983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Sales Performance Dashboard</a:t>
            </a:r>
          </a:p>
          <a:p>
            <a:endParaRPr lang="en-IN" sz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Our interactive dashboard was created using </a:t>
            </a:r>
            <a:r>
              <a:rPr lang="en-IN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Tableau Public</a:t>
            </a:r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to </a:t>
            </a:r>
            <a:r>
              <a:rPr lang="en-IN" sz="32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analyze</a:t>
            </a:r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📊 Sales &amp; Profit Performance </a:t>
            </a: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📈 Sales Trends </a:t>
            </a: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🌍 Regional Performance </a:t>
            </a: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🏆 Top Products </a:t>
            </a:r>
          </a:p>
          <a:p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🎛️ Interactive Filters </a:t>
            </a:r>
          </a:p>
          <a:p>
            <a:r>
              <a:rPr lang="en-IN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View the Live Dashboard:</a:t>
            </a:r>
            <a:b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  <a:hlinkClick r:id="rId2"/>
              </a:rPr>
              <a:t>https://public.tableau.com/app/profile/haniya.siddiqui/viz/SalesPerformanceDashboard-Task4/Dashboard1#1</a:t>
            </a:r>
            <a:endParaRPr lang="en-IN" sz="3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en-IN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Tool Used:</a:t>
            </a:r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Tableau Public</a:t>
            </a:r>
            <a:b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IN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Dashboard Type:</a:t>
            </a:r>
            <a:r>
              <a:rPr lang="en-IN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Interactive Business Dashboard</a:t>
            </a:r>
          </a:p>
        </p:txBody>
      </p:sp>
    </p:spTree>
    <p:extLst>
      <p:ext uri="{BB962C8B-B14F-4D97-AF65-F5344CB8AC3E}">
        <p14:creationId xmlns:p14="http://schemas.microsoft.com/office/powerpoint/2010/main" val="3130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Insights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72184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/>
            </a:pPr>
            <a:r>
              <a:t>Quickly monitors overall sales and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57984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/>
            </a:pPr>
            <a:r>
              <a:t>Trend analysis helps identify changes in sales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43784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/>
            </a:pPr>
            <a:r>
              <a:t>Category and region views highlight stronger-performing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529584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/>
            </a:pPr>
            <a:r>
              <a:t>Top-product analysis shows major contributors to sales.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215384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/>
            </a:pPr>
            <a:r>
              <a:t>Interactive filters let stakeholders explore different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0463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rPr dirty="0"/>
              <a:t>A simple interactive dashboard that supports faster,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11</TotalTime>
  <Words>236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AngsanaUPC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LORDS</dc:creator>
  <cp:keywords/>
  <dc:description>generated using python-pptx</dc:description>
  <cp:lastModifiedBy>LORDS</cp:lastModifiedBy>
  <cp:revision>3</cp:revision>
  <dcterms:created xsi:type="dcterms:W3CDTF">2013-01-27T09:14:16Z</dcterms:created>
  <dcterms:modified xsi:type="dcterms:W3CDTF">2026-09-03T04:16:04Z</dcterms:modified>
  <cp:category/>
</cp:coreProperties>
</file>